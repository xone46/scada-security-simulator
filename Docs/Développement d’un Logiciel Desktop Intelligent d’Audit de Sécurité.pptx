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CECCEDB-8C66-44BA-93D4-79BEBCE604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E0744338-2B1F-4734-9F99-9999F144B9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6D6F0C7-0F3A-4535-9A5D-BFB02F8B1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4BDE0-D4BD-412A-9EEF-91B49E593694}" type="datetimeFigureOut">
              <a:rPr lang="fr-FR" smtClean="0"/>
              <a:t>14/03/2026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81AA2BA-37AB-4A5B-AEF1-3F596E033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DDD6F6C-4E5B-4C20-BED6-807DF722B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76507-5AF3-4473-A522-6629C9908F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2134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FD988FA-3903-4EDB-ABED-8245AB07B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39E457E-04FC-4843-A72B-2F789D7F26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D37A859-02CC-4177-9E00-23BCEE269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4BDE0-D4BD-412A-9EEF-91B49E593694}" type="datetimeFigureOut">
              <a:rPr lang="fr-FR" smtClean="0"/>
              <a:t>14/03/2026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D4DAB9A-2362-488A-86BA-D830CA06D8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D5A36B3-CA26-4484-9C81-DB423C91A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76507-5AF3-4473-A522-6629C9908F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447218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1C496AA-026F-4A44-B339-11D45853C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E1F8B4A-7570-4EA5-A646-2DDA71C733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12F6511-150A-44BA-9CD0-79B63ADAB8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4BDE0-D4BD-412A-9EEF-91B49E593694}" type="datetimeFigureOut">
              <a:rPr lang="fr-FR" smtClean="0"/>
              <a:t>14/03/2026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98C348E-3AAD-4780-A6BE-BBDF477418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EE52DAC-E38D-4024-8CA8-78C0960C6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76507-5AF3-4473-A522-6629C9908F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054109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4EF7C95-B7D4-4D9D-A69D-8F438E3D0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A8D212E-0730-4D9B-8528-136E3FB984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91AA00D-E130-4111-BF48-592A4A3E01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4D2DEDE-82B3-4360-BC99-BEA1BAD614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4BDE0-D4BD-412A-9EEF-91B49E593694}" type="datetimeFigureOut">
              <a:rPr lang="fr-FR" smtClean="0"/>
              <a:t>14/03/2026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0903A83-7EFC-4CDC-B091-AFA7EF6CF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762F051-919A-4014-AEDD-39D741AB1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76507-5AF3-4473-A522-6629C9908F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470488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2F4E26F-A67A-40F9-9910-3C2A80E62D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178BD38-9E7E-449A-91CC-6D063ABBD4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1C93974-F5BE-491D-9737-AFDEECBFC0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2EA26B38-ECEC-4762-916A-28806B8AA1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4C147963-B37F-463C-A741-5E946D3812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320CC8A8-7128-45E5-8ADE-A91C804B02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4BDE0-D4BD-412A-9EEF-91B49E593694}" type="datetimeFigureOut">
              <a:rPr lang="fr-FR" smtClean="0"/>
              <a:t>14/03/2026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E4918A93-093E-4C2B-87F3-AC4C37947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EBED9295-7BF4-41AF-AC3B-F32AAFE3B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76507-5AF3-4473-A522-6629C9908F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64338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C8BB5A5-EAE9-4106-9404-B2A986C330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18846D42-2723-4A5B-8538-B7C22811E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4BDE0-D4BD-412A-9EEF-91B49E593694}" type="datetimeFigureOut">
              <a:rPr lang="fr-FR" smtClean="0"/>
              <a:t>14/03/2026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AA58E6A4-D7D7-48D9-ABBB-C4ED05B6F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8864BE4-D92A-44E6-ADF6-185344FF8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76507-5AF3-4473-A522-6629C9908F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907184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B97BAA61-A119-4042-B916-0E82D59B31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4BDE0-D4BD-412A-9EEF-91B49E593694}" type="datetimeFigureOut">
              <a:rPr lang="fr-FR" smtClean="0"/>
              <a:t>14/03/2026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62FD558F-0B14-42A1-94EB-42563BE26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0FEC0C5-29CC-41F5-AA53-EC2D03D02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76507-5AF3-4473-A522-6629C9908F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814694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1D62436-EAD0-453A-8C26-2586AB18B1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583281B-9806-4ECD-95D3-FF0C93A077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8197671-1E82-452A-B268-E3AF603235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BB64181-3DAF-413F-9B66-ABBB78FBD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4BDE0-D4BD-412A-9EEF-91B49E593694}" type="datetimeFigureOut">
              <a:rPr lang="fr-FR" smtClean="0"/>
              <a:t>14/03/2026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D3D2839-B523-4F05-BF94-191E3CB4C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439FDD1-595F-4A27-A9A9-BE34ED837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76507-5AF3-4473-A522-6629C9908F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429407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543B718-1D15-4AFC-AB3B-21E0E93C9B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B768DEC7-9B78-40DC-9741-2789F9B724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C442EFB-92FC-4567-A1A9-16E28B5B8D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1E17D7F-4EBB-4018-9DA0-851504F6E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4BDE0-D4BD-412A-9EEF-91B49E593694}" type="datetimeFigureOut">
              <a:rPr lang="fr-FR" smtClean="0"/>
              <a:t>14/03/2026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73BC06C-F578-47B4-845A-CEADF15F3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4F7E482-2968-4DE0-8E85-76FAC9AD5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76507-5AF3-4473-A522-6629C9908F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844261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7EA1397-54BF-46A2-A749-522B1EFD20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45C4FD8B-9A46-4C38-94FC-9E0F37234F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339D168-B401-4DF4-BFC5-4EF7542CA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4BDE0-D4BD-412A-9EEF-91B49E593694}" type="datetimeFigureOut">
              <a:rPr lang="fr-FR" smtClean="0"/>
              <a:t>14/03/2026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488E725-65E2-43A2-9811-5FFC2F65B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15EA935-730A-475A-A534-D5214587C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76507-5AF3-4473-A522-6629C9908F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782939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2B8C8D9C-0B3F-4B19-9187-997552C9B7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A95AD60E-9FED-40D6-B6A2-6D8F6725C3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84818C6-704A-40CF-863A-FD567847F2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4BDE0-D4BD-412A-9EEF-91B49E593694}" type="datetimeFigureOut">
              <a:rPr lang="fr-FR" smtClean="0"/>
              <a:t>14/03/2026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8AC4697-6334-492E-87D2-82E4C5940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C81C8A0-A66B-4C40-A9D6-E84A83F01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76507-5AF3-4473-A522-6629C9908F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291588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696CD28B-6D74-4E75-9DAA-074082C6B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6C3D6F6-515D-4037-829B-EBE3CEE044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3D1CE65-D12B-4707-BCFD-F3805C8854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4BDE0-D4BD-412A-9EEF-91B49E593694}" type="datetimeFigureOut">
              <a:rPr lang="fr-FR" smtClean="0"/>
              <a:t>14/03/2026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999E0DC-CF7D-426F-9E85-06D9488850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86A1574-AEC6-4FD4-B345-BE9EC50E57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176507-5AF3-4473-A522-6629C9908F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637608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F0608C5-3EF4-4416-8BA1-3508C2089B3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fr-FR" sz="4400" b="1" dirty="0"/>
              <a:t>Développement d’un Logiciel Desktop Intelligent d’Audit de Sécurité SCADA face aux Malware Industriels</a:t>
            </a:r>
            <a:br>
              <a:rPr lang="fr-FR" sz="4400" dirty="0"/>
            </a:br>
            <a:endParaRPr lang="fr-FR" sz="4400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6D5A797-6440-4054-821D-370DF869737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fr-FR" dirty="0"/>
              <a:t>Nom : Achraf</a:t>
            </a:r>
            <a:br>
              <a:rPr lang="fr-FR" dirty="0"/>
            </a:br>
            <a:r>
              <a:rPr lang="fr-FR" dirty="0"/>
              <a:t>Formation : Master</a:t>
            </a:r>
            <a:br>
              <a:rPr lang="fr-FR" dirty="0"/>
            </a:br>
            <a:r>
              <a:rPr lang="fr-FR" dirty="0"/>
              <a:t>Encadrant : …</a:t>
            </a:r>
            <a:br>
              <a:rPr lang="fr-FR" dirty="0"/>
            </a:br>
            <a:r>
              <a:rPr lang="fr-FR" dirty="0"/>
              <a:t>Année : 2026</a:t>
            </a:r>
          </a:p>
        </p:txBody>
      </p:sp>
    </p:spTree>
    <p:extLst>
      <p:ext uri="{BB962C8B-B14F-4D97-AF65-F5344CB8AC3E}">
        <p14:creationId xmlns:p14="http://schemas.microsoft.com/office/powerpoint/2010/main" val="10211850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259C583-18E1-441E-9933-96735850CDD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b="1" dirty="0"/>
              <a:t>Contenu</a:t>
            </a:r>
            <a:br>
              <a:rPr lang="fr-FR" dirty="0"/>
            </a:br>
            <a:endParaRPr lang="fr-FR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E662C1B-A149-4930-8739-F5B7016A18A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Digitalisation des systèmes industriels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Connexion IT / OT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Augmentation des cyberattaques industrielles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Importance de la cybersécurité industrielle</a:t>
            </a:r>
          </a:p>
        </p:txBody>
      </p:sp>
    </p:spTree>
    <p:extLst>
      <p:ext uri="{BB962C8B-B14F-4D97-AF65-F5344CB8AC3E}">
        <p14:creationId xmlns:p14="http://schemas.microsoft.com/office/powerpoint/2010/main" val="4109487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A9A374F-CA2C-4F24-902D-537C82336E4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Problématique :</a:t>
            </a:r>
            <a:br>
              <a:rPr lang="fr-FR" dirty="0"/>
            </a:b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76A7C02E-51D9-4D72-9440-5C5E6E9D95E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pPr algn="l"/>
            <a:r>
              <a:rPr lang="fr-FR" dirty="0"/>
              <a:t>Comment détecter des comportements malveillants dans un environnement SCADA ?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dirty="0"/>
              <a:t>attaques industrielles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dirty="0"/>
              <a:t>manipulation des paramètres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dirty="0"/>
              <a:t>trafic réseau anormal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750465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B290D2B-298E-4C46-B3FD-B0B15C9882A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Objectif du projet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5456D2A-4853-4C62-9368-F48A9784E45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pPr algn="l"/>
            <a:r>
              <a:rPr lang="fr-FR" dirty="0"/>
              <a:t>Développer un logiciel permettant 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dirty="0"/>
              <a:t>supervision d’un environnement SCADA simulé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dirty="0"/>
              <a:t>analyse des flux industriels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dirty="0"/>
              <a:t>détection d’anomalies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dirty="0"/>
              <a:t>génération d’alertes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500939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55E2653-7895-4100-B4A4-DF6E08F9F62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Architecture du système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72A6AF2-B9AB-4F23-8580-F1AEB2475CA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Interface Desktop (Electron + Vue)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Backend (Node.js)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Analyse (Python)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PLC simulé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Modbus TCP</a:t>
            </a:r>
          </a:p>
        </p:txBody>
      </p:sp>
    </p:spTree>
    <p:extLst>
      <p:ext uri="{BB962C8B-B14F-4D97-AF65-F5344CB8AC3E}">
        <p14:creationId xmlns:p14="http://schemas.microsoft.com/office/powerpoint/2010/main" val="36929529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B1D9CFE-897B-4A5C-B03F-9DEC9825D9F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Environnement SCADA simulé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7D5D1299-5EF5-4EDC-BFB6-7220991EE63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pPr algn="l"/>
            <a:r>
              <a:rPr lang="fr-FR" dirty="0"/>
              <a:t>Variables industrielles 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dirty="0"/>
              <a:t>Température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dirty="0"/>
              <a:t>Pression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dirty="0"/>
              <a:t>Vitesse moteur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dirty="0"/>
              <a:t>Start / Stop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895250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9FA2DC2-A95C-4F35-B9CA-5534CD32D40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Scénarios d’attaque simulés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19B5A0D9-A356-4C56-88CC-1AE3B6E3FA7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pPr algn="l"/>
            <a:r>
              <a:rPr lang="fr-FR" dirty="0"/>
              <a:t>Anomalies simulées 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dirty="0"/>
              <a:t>modification des registres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dirty="0"/>
              <a:t>fréquence anormale de requêtes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dirty="0"/>
              <a:t>valeurs hors plage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dirty="0"/>
              <a:t>changement brutal des paramètres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653614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791D808-BD36-4D55-8140-7F968C3FC4D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Résultats attendus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1616F996-E462-4357-B0FE-2C5A7E40F2B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pPr algn="l"/>
            <a:r>
              <a:rPr lang="fr-FR" dirty="0"/>
              <a:t>Le système permet 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dirty="0"/>
              <a:t>supervision en temps réel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dirty="0"/>
              <a:t>détection d’anomalies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dirty="0"/>
              <a:t>génération d’alertes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271189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01071D7-3D38-4D35-B74E-3C9BD3DFC4C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Perspectives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505BF66-ABA2-4C2C-AD66-A34F0023A86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pPr algn="l"/>
            <a:r>
              <a:rPr lang="fr-FR" dirty="0"/>
              <a:t>Améliorations possibles 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dirty="0"/>
              <a:t>intégration IA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dirty="0"/>
              <a:t>détection avancée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dirty="0"/>
              <a:t>solution cloud industrielle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856002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D7DC1A6-6468-4332-A83B-38879FBE6B0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Conclusion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7B37ACF0-DA59-4B9D-9604-123A1D616AF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pPr algn="l"/>
            <a:r>
              <a:rPr lang="fr-FR" b="1" dirty="0"/>
              <a:t>Contenu</a:t>
            </a:r>
            <a:endParaRPr lang="fr-FR" dirty="0"/>
          </a:p>
          <a:p>
            <a:pPr algn="l">
              <a:buFont typeface="Arial" panose="020B0604020202020204" pitchFamily="34" charset="0"/>
              <a:buChar char="•"/>
            </a:pPr>
            <a:r>
              <a:rPr lang="fr-FR" dirty="0"/>
              <a:t>sécurité des systèmes industriels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dirty="0"/>
              <a:t>importance de la détection d’anomalies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dirty="0"/>
              <a:t>contribution du projet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0151413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186</Words>
  <Application>Microsoft Office PowerPoint</Application>
  <PresentationFormat>Grand écran</PresentationFormat>
  <Paragraphs>51</Paragraphs>
  <Slides>10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Thème Office</vt:lpstr>
      <vt:lpstr>Développement d’un Logiciel Desktop Intelligent d’Audit de Sécurité SCADA face aux Malware Industriels </vt:lpstr>
      <vt:lpstr>Contenu </vt:lpstr>
      <vt:lpstr>Problématique : </vt:lpstr>
      <vt:lpstr>Objectif du projet</vt:lpstr>
      <vt:lpstr>Architecture du système</vt:lpstr>
      <vt:lpstr>Environnement SCADA simulé</vt:lpstr>
      <vt:lpstr>Scénarios d’attaque simulés</vt:lpstr>
      <vt:lpstr>Résultats attendus</vt:lpstr>
      <vt:lpstr>Perspectives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Développement d’un Logiciel Desktop Intelligent d’Audit de Sécurité SCADA face aux Malware Industriels</dc:title>
  <dc:creator>Test</dc:creator>
  <cp:lastModifiedBy>Test</cp:lastModifiedBy>
  <cp:revision>3</cp:revision>
  <dcterms:created xsi:type="dcterms:W3CDTF">2026-03-14T14:05:19Z</dcterms:created>
  <dcterms:modified xsi:type="dcterms:W3CDTF">2026-03-14T14:18:13Z</dcterms:modified>
</cp:coreProperties>
</file>